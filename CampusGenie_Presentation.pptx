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5303520" cy="384048"/>
          </a:xfrm>
          <a:prstGeom prst="roundRect">
            <a:avLst/>
          </a:prstGeom>
          <a:solidFill>
            <a:srgbClr val="19234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⚡ SKILLUP HACKATHON WITH IBM SKILLSBUILD • STUDENT AI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CampusGenie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Segoe UI"/>
              </a:defRPr>
            </a:pPr>
            <a:r>
              <a:t>360° AI Student Copilot &amp; Smart Campus ERP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unified full-stack campus intelligence portal that puts an end to attendance debarment anxiety, fragmented college portals, and late-night study hurdles. Featuring a real-time 75% attendance recovery engine, exam marks grading, live timetable venues, 24/7 CS academic doubt solver, and safe OTC health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6217920" cy="2286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6908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• Developer / Author: </a:t>
            </a:r>
            <a:r>
              <a:rPr sz="1100">
                <a:solidFill>
                  <a:srgbClr val="F8FAFC"/>
                </a:solidFill>
                <a:latin typeface="Segoe UI"/>
              </a:rPr>
              <a:t>Harshit Sharma (Roll: 22CS1084)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• Branch / Department: </a:t>
            </a:r>
            <a:r>
              <a:rPr sz="1100">
                <a:solidFill>
                  <a:srgbClr val="F8FAFC"/>
                </a:solidFill>
                <a:latin typeface="Segoe UI"/>
              </a:rPr>
              <a:t>Computer Science &amp; Engineering • 5th Semester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• Core Technology: </a:t>
            </a:r>
            <a:r>
              <a:rPr sz="1100">
                <a:solidFill>
                  <a:srgbClr val="F8FAFC"/>
                </a:solidFill>
                <a:latin typeface="Segoe UI"/>
              </a:rPr>
              <a:t>Python 3.12 Flask, Tailwind CSS, Gunicorn, IBM Bob Technology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• Live Deployed URL: </a:t>
            </a:r>
            <a:r>
              <a:rPr sz="1100">
                <a:solidFill>
                  <a:srgbClr val="F8FAFC"/>
                </a:solidFill>
                <a:latin typeface="Segoe UI"/>
              </a:rPr>
              <a:t>https://campusgenie-g9pi.onrender.com/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• GitHub Repository: </a:t>
            </a:r>
            <a:r>
              <a:rPr sz="1100">
                <a:solidFill>
                  <a:srgbClr val="F8FAFC"/>
                </a:solidFill>
                <a:latin typeface="Segoe UI"/>
              </a:rPr>
              <a:t>https://github.com/harshitsharma120109-web/CampusGenie</a:t>
            </a:r>
          </a:p>
        </p:txBody>
      </p:sp>
      <p:pic>
        <p:nvPicPr>
          <p:cNvPr id="8" name="Picture 7" descr="crop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0"/>
            <a:ext cx="4114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4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CHALLENGE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Real Campus Problem &amp; The CampusGenie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3F5E"/>
                </a:solidFill>
                <a:latin typeface="Segoe UI"/>
              </a:defRPr>
            </a:pPr>
            <a:r>
              <a:t>🚨 The Critical Campus Dilemma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Strict 75% Attendance Debarment: </a:t>
            </a:r>
            <a:r>
              <a:rPr sz="1050">
                <a:solidFill>
                  <a:srgbClr val="94A3B8"/>
                </a:solidFill>
                <a:latin typeface="Segoe UI"/>
              </a:rPr>
              <a:t>Students face exam debarment without warning. Existing ERPs show delayed percentages with zero predictive math on how to recover from shortages.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Fragmented &amp; Outdated College Portals: </a:t>
            </a:r>
            <a:r>
              <a:rPr sz="1050">
                <a:solidFill>
                  <a:srgbClr val="94A3B8"/>
                </a:solidFill>
                <a:latin typeface="Segoe UI"/>
              </a:rPr>
              <a:t>Marks are on one notice board, lecture schedules on paper circulars, and attendance on clunky legacy portals that fail on mobile.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Unanswered Midnight Study Doubts: </a:t>
            </a:r>
            <a:r>
              <a:rPr sz="1050">
                <a:solidFill>
                  <a:srgbClr val="94A3B8"/>
                </a:solidFill>
                <a:latin typeface="Segoe UI"/>
              </a:rPr>
              <a:t>During late-night exam prep, professors are unavailable. Students waste hours browsing scattered forums for quick CS doubt explanations.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  <a:latin typeface="Segoe UI"/>
              </a:rPr>
              <a:t>• Hostel Late-Night Health Emergencies: </a:t>
            </a:r>
            <a:r>
              <a:rPr sz="1050">
                <a:solidFill>
                  <a:srgbClr val="94A3B8"/>
                </a:solidFill>
                <a:latin typeface="Segoe UI"/>
              </a:rPr>
              <a:t>Campus medical dispensaries close at evening. Hostellers facing sudden fever, acidity, or migraine have no reliable first-aid triage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💡 The CampusGenie 360°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✔ Dynamic 75% Mathematical Recovery Engine: </a:t>
            </a:r>
            <a:r>
              <a:rPr sz="1000">
                <a:solidFill>
                  <a:srgbClr val="94A3B8"/>
                </a:solidFill>
                <a:latin typeface="Segoe UI"/>
              </a:rPr>
              <a:t>Automated recovery calculator computes exact consecutive classes needed to return to safety, plus safe skip allowances.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✔ Unified Glassmorphic 360° Dashboard: </a:t>
            </a:r>
            <a:r>
              <a:rPr sz="1000">
                <a:solidFill>
                  <a:srgbClr val="94A3B8"/>
                </a:solidFill>
                <a:latin typeface="Segoe UI"/>
              </a:rPr>
              <a:t>Attendance, exam marks (Pass/Fail grading), timetable with classroom venues, and curated opportunities in one unified screen.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✔ 24/7 AI Academic Copilot (30+ CS Topics): </a:t>
            </a:r>
            <a:r>
              <a:rPr sz="1000">
                <a:solidFill>
                  <a:srgbClr val="94A3B8"/>
                </a:solidFill>
                <a:latin typeface="Segoe UI"/>
              </a:rPr>
              <a:t>Instant code snippets, time complexities, and intuitive explanations for Data Structures, OS, DBMS, Networks, and OOP.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✔ Safe Campus Health &amp; Symptom Triage: </a:t>
            </a:r>
            <a:r>
              <a:rPr sz="1000">
                <a:solidFill>
                  <a:srgbClr val="94A3B8"/>
                </a:solidFill>
                <a:latin typeface="Segoe UI"/>
              </a:rPr>
              <a:t>Evidence-backed first-aid OTC guidance (Paracetamol, ORS) and home remedies for 17 campus symptoms with safety guardrails.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6B6D4"/>
                </a:solidFill>
                <a:latin typeface="Segoe UI"/>
              </a:rPr>
              <a:t>✔ Faculty &amp; Administrative Hub: </a:t>
            </a:r>
            <a:r>
              <a:rPr sz="1000">
                <a:solidFill>
                  <a:srgbClr val="94A3B8"/>
                </a:solidFill>
                <a:latin typeface="Segoe UI"/>
              </a:rPr>
              <a:t>Professors can enroll students, update marks, schedule lectures, and broadcast hackathons with live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4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Student 360° Bio &amp; Multi-Student Switcher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👤  Personalized Student Bio Card
</a:t>
            </a:r>
            <a:r>
              <a:rPr sz="1000">
                <a:solidFill>
                  <a:srgbClr val="94A3B8"/>
                </a:solidFill>
                <a:latin typeface="Segoe UI"/>
              </a:rPr>
              <a:t>Displays student name, unique Roll No (22CS1084), branch (CSE), and semester. Automatically computes avatar monogram initials (HS).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🔄  Seamless Multi-Student Roster Switcher
</a:t>
            </a:r>
            <a:r>
              <a:rPr sz="1000">
                <a:solidFill>
                  <a:srgbClr val="94A3B8"/>
                </a:solidFill>
                <a:latin typeface="Segoe UI"/>
              </a:rPr>
              <a:t>Header dropdown enables one-click switching between active student records (Harshit Sharma, Priya Patel, Jay) for instant demoing and administration.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📊  Dynamic Overall Attendance Badge
</a:t>
            </a:r>
            <a:r>
              <a:rPr sz="1000">
                <a:solidFill>
                  <a:srgbClr val="94A3B8"/>
                </a:solidFill>
                <a:latin typeface="Segoe UI"/>
              </a:rPr>
              <a:t>Real-time percentage calculator. Flags color-coded status pills: '✅ Attendance: 80.0% (Safe)' in emerald green or '⚠️ Shortage' in amber when below 75%.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💎  Responsive Glassmorphism Architecture
</a:t>
            </a:r>
            <a:r>
              <a:rPr sz="1000">
                <a:solidFill>
                  <a:srgbClr val="94A3B8"/>
                </a:solidFill>
                <a:latin typeface="Segoe UI"/>
              </a:rPr>
              <a:t>Built with Tailwind CSS and modern CSS backdrop blur filters. Fully adaptive across mobile smartphones, tablets, and university desktop screens.</a:t>
            </a:r>
          </a:p>
        </p:txBody>
      </p:sp>
      <p:pic>
        <p:nvPicPr>
          <p:cNvPr id="6" name="Picture 5" descr="crop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4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Subject Attendance Tracking &amp; 75% Recovery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📐  The 75% Shortage Recovery Formula
</a:t>
            </a:r>
            <a:r>
              <a:rPr sz="1000">
                <a:solidFill>
                  <a:srgbClr val="94A3B8"/>
                </a:solidFill>
                <a:latin typeface="Segoe UI"/>
              </a:rPr>
              <a:t>When attendance drops below 75%, CampusGenie calculates the exact consecutive lectures required:
Formula: Consecutive Classes Needed = ceil( (0.75 * Total - Attended) / (1 - 0.75) )
Example: In Computer Networks (21/30 = 70%), it alerts: 'Attend 6 consecutive classes to reach 75% target'.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🛡️  Safe Class Skip Allowance
</a:t>
            </a:r>
            <a:r>
              <a:rPr sz="1000">
                <a:solidFill>
                  <a:srgbClr val="94A3B8"/>
                </a:solidFill>
                <a:latin typeface="Segoe UI"/>
              </a:rPr>
              <a:t>For subjects above 75%, it calculates permissible cuts:
Formula: Safe Skips = floor( (Attended - 0.75 * Total) / 0.75 )
Example: 'You can skip up to 3 more classes and stay at 75%'. Prevents unwarranted absenteeism.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📝  Automated Exam Marks &amp; Grading Matrix
</a:t>
            </a:r>
            <a:r>
              <a:rPr sz="1000">
                <a:solidFill>
                  <a:srgbClr val="94A3B8"/>
                </a:solidFill>
                <a:latin typeface="Segoe UI"/>
              </a:rPr>
              <a:t>Tracks mid-term &amp; end-term marks out of 100 with automated Pass/Fail status (40% threshold). In screenshot: OS (78/100 Pass), DSA (85/100 Pass), CN (38/100 Fail).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⚡  Interactive '+ / -' Attendance Simulator
</a:t>
            </a:r>
            <a:r>
              <a:rPr sz="1000">
                <a:solidFill>
                  <a:srgbClr val="94A3B8"/>
                </a:solidFill>
                <a:latin typeface="Segoe UI"/>
              </a:rPr>
              <a:t>Students can tap '+ Present' or '- Absent' to simulate upcoming attendance impacts in real-time before making decisions.</a:t>
            </a:r>
          </a:p>
        </p:txBody>
      </p:sp>
      <p:pic>
        <p:nvPicPr>
          <p:cNvPr id="6" name="Picture 5" descr="crop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4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CAMPUS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Live Class Timetable, Venues &amp; 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📍  Pinpoint Classroom &amp; Lab Venues
</a:t>
            </a:r>
            <a:r>
              <a:rPr sz="1000">
                <a:solidFill>
                  <a:srgbClr val="94A3B8"/>
                </a:solidFill>
                <a:latin typeface="Segoe UI"/>
              </a:rPr>
              <a:t>Solves the common student confusion of running across campus. Clearly lists specific rooms: 'Room 302 (Lecture Block A)', 'Computer Lab 2 (IT Block)', 'Room 205 (Lecture Block B)'.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🟢  Live Ongoing Lecture Pulsing Badge
</a:t>
            </a:r>
            <a:r>
              <a:rPr sz="1000">
                <a:solidFill>
                  <a:srgbClr val="94A3B8"/>
                </a:solidFill>
                <a:latin typeface="Segoe UI"/>
              </a:rPr>
              <a:t>Context-aware status tags: '● Live Now' with an emerald green pulsing animation for ongoing classes, '✅ Completed' for finished lectures, and '⏳ Upcoming' for future slots.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📢  Centralized College Notices Board
</a:t>
            </a:r>
            <a:r>
              <a:rPr sz="1000">
                <a:solidFill>
                  <a:srgbClr val="94A3B8"/>
                </a:solidFill>
                <a:latin typeface="Segoe UI"/>
              </a:rPr>
              <a:t>Official department circulars broadcast directly from faculty. Categorized with color badges: 'Urgent', 'Exam', 'Notice' (e.g. Semester Exam Form deadline 25th September).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🏆  Curated Hackathons &amp; Internship Board
</a:t>
            </a:r>
            <a:r>
              <a:rPr sz="1000">
                <a:solidFill>
                  <a:srgbClr val="94A3B8"/>
                </a:solidFill>
                <a:latin typeface="Segoe UI"/>
              </a:rPr>
              <a:t>Empowers students with career growth. Features verified national competitions (IBM SkillUp Hackathon 2026) with deadlines and direct 'Apply / View' outbound links.</a:t>
            </a:r>
          </a:p>
        </p:txBody>
      </p:sp>
      <p:pic>
        <p:nvPicPr>
          <p:cNvPr id="6" name="Picture 5" descr="crop_timetable_o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4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24/7 AI Copilot: Academic Doubt Solver &amp; Health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🎓  30+ Core CS Academic Knowledge Engine
</a:t>
            </a:r>
            <a:r>
              <a:rPr sz="1000">
                <a:solidFill>
                  <a:srgbClr val="94A3B8"/>
                </a:solidFill>
                <a:latin typeface="Segoe UI"/>
              </a:rPr>
              <a:t>Comprehensive doubt solver spanning 8 Computer Science subjects: DSA (QuickSort, MergeSort, Trees, DP, Heaps), Operating Systems (Deadlocks, Paging, Semaphores), DBMS (ACID, Joins, Normalization), Computer Networks (OSI, TCP/UDP), OOP, COA, Automata, and SE. Generates formatted code snippets &amp; complexity metrics.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🩺  Safe Health Triage &amp; OTC First-Aid Engine
</a:t>
            </a:r>
            <a:r>
              <a:rPr sz="1000">
                <a:solidFill>
                  <a:srgbClr val="94A3B8"/>
                </a:solidFill>
                <a:latin typeface="Segoe UI"/>
              </a:rPr>
              <a:t>Specially designed for late-night hostel emergencies. Covers 17 common student health issues (fever, migraine, cold/cough, acidity, eye strain, food poisoning, back pain, stress). Provides immediate first-aid, safe OTC medications (Paracetamol 500mg, ORS, Cetirizine), and non-pharmacological home remedies.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⚠️  Responsible Medical Guardrails
</a:t>
            </a:r>
            <a:r>
              <a:rPr sz="1000">
                <a:solidFill>
                  <a:srgbClr val="94A3B8"/>
                </a:solidFill>
                <a:latin typeface="Segoe UI"/>
              </a:rPr>
              <a:t>Strict safety protocol: Every health recommendation includes explicit disclaimers and emergency escalation advice instructing students to consult the Campus Medical Officer if symptoms exceed 48 hours.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⚡  Instant Interactive Quick Chips
</a:t>
            </a:r>
            <a:r>
              <a:rPr sz="1000">
                <a:solidFill>
                  <a:srgbClr val="94A3B8"/>
                </a:solidFill>
                <a:latin typeface="Segoe UI"/>
              </a:rPr>
              <a:t>One-tap prompt chips for popular questions (Merge Sort, DP, Heap, Greedy, Recursion) enabling instant academic assistance without typing.</a:t>
            </a:r>
          </a:p>
        </p:txBody>
      </p:sp>
      <p:pic>
        <p:nvPicPr>
          <p:cNvPr id="6" name="Picture 5" descr="crop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46634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4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Faculty Management Hub &amp; Live Student Roster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93776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👨‍🏫  Dedicated Faculty Control Hub
</a:t>
            </a:r>
            <a:r>
              <a:rPr sz="1000">
                <a:solidFill>
                  <a:srgbClr val="94A3B8"/>
                </a:solidFill>
                <a:latin typeface="Segoe UI"/>
              </a:rPr>
              <a:t>A password-free, secure management portal allowing professors, HODs, and academic proctors to manage campus records in real time.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🛠️  6 Rapid Academic Operations
</a:t>
            </a:r>
            <a:r>
              <a:rPr sz="1000">
                <a:solidFill>
                  <a:srgbClr val="94A3B8"/>
                </a:solidFill>
                <a:latin typeface="Segoe UI"/>
              </a:rPr>
              <a:t>1. Enroll Student: Register new student profiles with roll number &amp; branch.
2. Add Subject: Introduce curriculum subjects &amp; assign teachers.
3. Enter Exam Marks: Input test marks with auto Pass/Fail grading.
4. Schedule Classes: Set lecture timings, rooms, and theory/lab type.
5. Post Opportunities: Broadcast verified hackathons &amp; internships.
6. Broadcast Notices: Publish urgent college announcements.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📊  Comprehensive Student × Subject Master Table
</a:t>
            </a:r>
            <a:r>
              <a:rPr sz="1000">
                <a:solidFill>
                  <a:srgbClr val="94A3B8"/>
                </a:solidFill>
                <a:latin typeface="Segoe UI"/>
              </a:rPr>
              <a:t>Provides professors with an executive summary table of all enrolled students (Harshit, Priya, Jay) cross-matched with every subject's attendance %, attended lectures, and exam scores.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6B6D4"/>
                </a:solidFill>
                <a:latin typeface="Segoe UI"/>
              </a:rPr>
              <a:t>⚡  Instant Two-Way Synchronization
</a:t>
            </a:r>
            <a:r>
              <a:rPr sz="1000">
                <a:solidFill>
                  <a:srgbClr val="94A3B8"/>
                </a:solidFill>
                <a:latin typeface="Segoe UI"/>
              </a:rPr>
              <a:t>Any grade, class schedule, or notice updated by faculty reflects instantaneously on student dashboards without requiring database restarts.</a:t>
            </a:r>
          </a:p>
        </p:txBody>
      </p:sp>
      <p:pic>
        <p:nvPicPr>
          <p:cNvPr id="6" name="Picture 5" descr="crop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94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3291840" cy="320040"/>
          </a:xfrm>
          <a:prstGeom prst="roundRect">
            <a:avLst/>
          </a:prstGeom>
          <a:solidFill>
            <a:srgbClr val="141C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ENGINEERING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Technical Architecture, IBM Bob Impact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💻 Technical Architecture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Backend Runtime: </a:t>
            </a:r>
            <a:r>
              <a:rPr sz="950">
                <a:solidFill>
                  <a:srgbClr val="94A3B8"/>
                </a:solidFill>
                <a:latin typeface="Segoe UI"/>
              </a:rPr>
              <a:t>Python 3.12 with lightweight Flask REST microservices.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Server &amp; Deployment: </a:t>
            </a:r>
            <a:r>
              <a:rPr sz="950">
                <a:solidFill>
                  <a:srgbClr val="94A3B8"/>
                </a:solidFill>
                <a:latin typeface="Segoe UI"/>
              </a:rPr>
              <a:t>Production WSGI Gunicorn server hosted 24/7 on Render Cloud PaaS.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Frontend Stack: </a:t>
            </a:r>
            <a:r>
              <a:rPr sz="950">
                <a:solidFill>
                  <a:srgbClr val="94A3B8"/>
                </a:solidFill>
                <a:latin typeface="Segoe UI"/>
              </a:rPr>
              <a:t>Semantic HTML5, Tailwind CSS, FontAwesome 6, and Vanilla JavaScript (zero bloat, sub-second load times).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Data Persistence: </a:t>
            </a:r>
            <a:r>
              <a:rPr sz="950">
                <a:solidFill>
                  <a:srgbClr val="94A3B8"/>
                </a:solidFill>
                <a:latin typeface="Segoe UI"/>
              </a:rPr>
              <a:t>Atomic JSON document storage with automatic multi-student schema migrations and fallback recovery.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FAFC"/>
                </a:solidFill>
                <a:latin typeface="Segoe UI"/>
              </a:rPr>
              <a:t>• Security &amp; Integrity: </a:t>
            </a:r>
            <a:r>
              <a:rPr sz="950">
                <a:solidFill>
                  <a:srgbClr val="94A3B8"/>
                </a:solidFill>
                <a:latin typeface="Segoe UI"/>
              </a:rPr>
              <a:t>CORS protection, input sanitization, and safe evaluation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  <a:latin typeface="Segoe UI"/>
              </a:defRPr>
            </a:pPr>
            <a:r>
              <a:t>🤖 IBM Bob Technology Role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  <a:latin typeface="Segoe UI"/>
              </a:rPr>
              <a:t>✔ Prompt Engineering Acceleration: </a:t>
            </a:r>
            <a:r>
              <a:rPr sz="950">
                <a:solidFill>
                  <a:srgbClr val="94A3B8"/>
                </a:solidFill>
                <a:latin typeface="Segoe UI"/>
              </a:rPr>
              <a:t>Leveraged IBM Bob to formulate structured prompts for multi-subject CS curriculum parsing and heuristic classification.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  <a:latin typeface="Segoe UI"/>
              </a:rPr>
              <a:t>✔ Medical Safety Rule-Sets: </a:t>
            </a:r>
            <a:r>
              <a:rPr sz="950">
                <a:solidFill>
                  <a:srgbClr val="94A3B8"/>
                </a:solidFill>
                <a:latin typeface="Segoe UI"/>
              </a:rPr>
              <a:t>Utilized IBM Bob to design the triage validation pipeline, ensuring strictly safe OTC medicine dosage constraints (e.g. Paracetamol 500mg, ORS).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  <a:latin typeface="Segoe UI"/>
              </a:rPr>
              <a:t>✔ Data Schema Architecture: </a:t>
            </a:r>
            <a:r>
              <a:rPr sz="950">
                <a:solidFill>
                  <a:srgbClr val="94A3B8"/>
                </a:solidFill>
                <a:latin typeface="Segoe UI"/>
              </a:rPr>
              <a:t>Designed normalized student-subject-timetable data structures for clean JSON representation.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B6D4"/>
                </a:solidFill>
                <a:latin typeface="Segoe UI"/>
              </a:rPr>
              <a:t>✔ Predictive Math Validation: </a:t>
            </a:r>
            <a:r>
              <a:rPr sz="950">
                <a:solidFill>
                  <a:srgbClr val="94A3B8"/>
                </a:solidFill>
                <a:latin typeface="Segoe UI"/>
              </a:rPr>
              <a:t>Verified formula boundaries for ceiling/floor attendance calculations to eliminate division-by-zero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2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🚀 Future Roadmap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★ WhatsApp &amp; SMS Automated Alerts: </a:t>
            </a:r>
            <a:r>
              <a:rPr sz="950">
                <a:solidFill>
                  <a:srgbClr val="94A3B8"/>
                </a:solidFill>
                <a:latin typeface="Segoe UI"/>
              </a:rPr>
              <a:t>Trigger automatic Twilio notifications to students and parents when attendance dips below 75%.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★ Voice-Activated AI Assistant: </a:t>
            </a:r>
            <a:r>
              <a:rPr sz="950">
                <a:solidFill>
                  <a:srgbClr val="94A3B8"/>
                </a:solidFill>
                <a:latin typeface="Segoe UI"/>
              </a:rPr>
              <a:t>Integrate Web Speech API for voice-driven study doubts and venue inquiries in English and Hindi.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★ AI Hall Ticket Generator: </a:t>
            </a:r>
            <a:r>
              <a:rPr sz="950">
                <a:solidFill>
                  <a:srgbClr val="94A3B8"/>
                </a:solidFill>
                <a:latin typeface="Segoe UI"/>
              </a:rPr>
              <a:t>Generate verifiable PDF exam admit cards with cryptographic QR codes only if attendance criteria is satisfied.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★ Biometric RFID Hardware Sync: </a:t>
            </a:r>
            <a:r>
              <a:rPr sz="950">
                <a:solidFill>
                  <a:srgbClr val="94A3B8"/>
                </a:solidFill>
                <a:latin typeface="Segoe UI"/>
              </a:rPr>
              <a:t>Direct hardware integration with classroom ESP32 RFID scanners for automated attendance capture.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